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F6695-F0EC-0B79-93BA-24092A500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E3D85-67BF-1095-121C-189DD5496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031D5-CE15-21C5-65B6-2B6910189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7B6E8-8112-829A-A01E-F8360158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58A9D-AA9A-6137-82BD-E9255C2C3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35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B4471-7BDB-0477-4D93-D7190750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98001-BDF6-82A4-3438-9C87FC2AB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9AE94-B94D-7343-CFE9-1856ADD63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B7393-C0E2-DAE4-462D-4D7E0A28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0F072-22BE-6578-3DCE-E24C6CD4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79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553C3-20BD-15D5-7D49-CA0EE3B90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C076C-7074-D1CF-4D28-600474220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E00C4-C09D-D635-24DC-DE622E70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852C5-6ACC-DE91-8250-3B76E319B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AE62-951B-7F58-E299-A3D5B9D0C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87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438BB-F71E-E87A-3925-9FFA31037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944C6-6363-344E-10E6-4F66FC455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4DD55-FA10-B65E-459C-D3442F0A6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CA744-0B68-3120-D789-08CB72EA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68FB1-60CA-CFF7-6CB8-BDE1EC81A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47AF8-E0D3-0D0C-FAF2-FC892203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71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B578-722A-E400-473C-F55236740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5876C-0BDF-F899-E77F-D08F22650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6555C-113C-55BA-41D2-3B9B5C95F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4EAA7-40CF-3BD0-A79A-EF683995A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7F582-9241-D458-7CAF-41064A470D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D1CD5-3D98-D23D-727A-314997BE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DC6C58-8E81-1B94-58CF-4C596D18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2BE6E5-4C75-189A-F1B2-B5459060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0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F1D11-505C-5637-F21C-E39F74E9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D55AF0-EE3E-0F42-870D-CE26D57B2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7B061-1D9E-B35A-7670-57FE80B31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0252E-9CF6-60D3-2375-66EDBE6A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12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BF97BC-9C33-13B9-BBC4-7BF30BE4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198D58-DD46-AF9A-2C1D-5EC0483B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21832-01CE-840C-5875-5CFF4384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03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3906-9397-BE86-B57F-30E561861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0D908-375A-44E1-9A25-ACD08204F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7CE76-398E-067A-29E0-4ED249381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64F56-581B-0AD8-CB1D-35E3F6264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3881C-A4BA-70FA-4EF7-B7CD8859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4DF9F-2440-5A57-1A37-1E80F8DD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52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238B-7F85-99CE-A90D-A27AC21E6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8071A9-AC9F-AD37-C8FC-E5259F230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155BA-D2DA-4DDF-6D02-328F85F1E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BE441-ECF5-96BE-0DDF-A842E8AF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F6205-5FFA-F05E-D119-8881767F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E9E98-06F9-8A19-83FB-C51525CD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419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7117-0F74-F038-38DA-E79C0083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052EB5-BA9A-1722-3684-C0658A6C2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075BF-74EE-1E11-0B19-E5995CD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204AB-BA95-8975-165F-34D61CF9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E6D39-FE0D-627A-3162-5956BB04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54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877FDE-7256-B568-E79C-9A0C4B696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905B3-C62C-05D9-AF1C-53F747C87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A7A7E-2E08-C450-0541-FFA98ACF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E35D9-CD21-F90C-BD9E-9CED3350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80445-EE74-6A9E-254E-A1F484A7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0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97DC7-4867-1EA9-A2F0-F24C8AF6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FA364-4E7A-15E3-AADF-5D90FE451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63C8B-C181-5B28-6C78-5EF3DDC306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6BDF3-1AD8-42DF-A430-9A0A9C5A1E30}" type="datetimeFigureOut">
              <a:rPr lang="en-US" smtClean="0"/>
              <a:t>10/4/2023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A4567-C2A4-A288-08C2-63448BB496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E091A-3EEC-D54C-F35A-7CF604B79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77317-138E-4B87-A095-186D57F19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0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Icon&#10;&#10;Description automatically generated">
            <a:extLst>
              <a:ext uri="{FF2B5EF4-FFF2-40B4-BE49-F238E27FC236}">
                <a16:creationId xmlns:a16="http://schemas.microsoft.com/office/drawing/2014/main" id="{143DBA48-2406-B550-3E45-3AD4CCAD3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946" y="586949"/>
            <a:ext cx="4513731" cy="4368269"/>
          </a:xfrm>
          <a:prstGeom prst="rect">
            <a:avLst/>
          </a:prstGeom>
        </p:spPr>
      </p:pic>
      <p:pic>
        <p:nvPicPr>
          <p:cNvPr id="23" name="Picture 22" descr="Icon&#10;&#10;Description automatically generated">
            <a:extLst>
              <a:ext uri="{FF2B5EF4-FFF2-40B4-BE49-F238E27FC236}">
                <a16:creationId xmlns:a16="http://schemas.microsoft.com/office/drawing/2014/main" id="{7E49DF89-4658-5A35-0A7E-E927A4898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811" y="2164664"/>
            <a:ext cx="1830767" cy="2006107"/>
          </a:xfrm>
          <a:prstGeom prst="rect">
            <a:avLst/>
          </a:prstGeom>
          <a:scene3d>
            <a:camera prst="isometricOffAxis1Right">
              <a:rot lat="1080000" lon="18000000" rev="0"/>
            </a:camera>
            <a:lightRig rig="threePt" dir="t"/>
          </a:scene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837E9B4-E698-2712-F799-B80ED2718E68}"/>
              </a:ext>
            </a:extLst>
          </p:cNvPr>
          <p:cNvSpPr txBox="1"/>
          <p:nvPr/>
        </p:nvSpPr>
        <p:spPr>
          <a:xfrm>
            <a:off x="1480946" y="1329397"/>
            <a:ext cx="45137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n w="28575"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onsolas" panose="020B0609020204030204" pitchFamily="49" charset="0"/>
              </a:rPr>
              <a:t>{HDF5}</a:t>
            </a:r>
          </a:p>
        </p:txBody>
      </p:sp>
    </p:spTree>
    <p:extLst>
      <p:ext uri="{BB962C8B-B14F-4D97-AF65-F5344CB8AC3E}">
        <p14:creationId xmlns:p14="http://schemas.microsoft.com/office/powerpoint/2010/main" val="4234035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Hartzell</dc:creator>
  <cp:lastModifiedBy>Stephen Hartzell</cp:lastModifiedBy>
  <cp:revision>3</cp:revision>
  <dcterms:created xsi:type="dcterms:W3CDTF">2023-10-04T18:34:54Z</dcterms:created>
  <dcterms:modified xsi:type="dcterms:W3CDTF">2023-10-04T22:47:58Z</dcterms:modified>
</cp:coreProperties>
</file>